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당목담글 x 삼성카드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맑은 고딕"/>
              </a:defRPr>
            </a:pPr>
            <a:r>
              <a:t>목소리로 잇는 마음의 지도</a:t>
            </a:r>
          </a:p>
          <a:p>
            <a:pPr>
              <a:defRPr sz="2400">
                <a:latin typeface="맑은 고딕"/>
              </a:defRPr>
            </a:pPr>
            <a:r>
              <a:t>ESG 사회공헌 캠페인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소통의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맑은 고딕"/>
              </a:defRPr>
            </a:pPr>
            <a:r>
              <a:t>- 긴급 직업군의 심리적 고립</a:t>
            </a:r>
          </a:p>
          <a:p>
            <a:pPr>
              <a:defRPr sz="2400">
                <a:latin typeface="맑은 고딕"/>
              </a:defRPr>
            </a:pPr>
            <a:r>
              <a:t>- 현대 가족의 대화 단절 및 진정성 부족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솔루션: 상황 인지형 대본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맑은 고딕"/>
              </a:defRPr>
            </a:pPr>
            <a:r>
              <a:t>- 현장 노이즈 인식 및 무드 반영</a:t>
            </a:r>
          </a:p>
          <a:p>
            <a:pPr>
              <a:defRPr sz="2400">
                <a:latin typeface="맑은 고딕"/>
              </a:defRPr>
            </a:pPr>
            <a:r>
              <a:t>- 삼성카드 '인생락서' DB 기반 감성 큐레이션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차별화 기술: 노이즈 보존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맑은 고딕"/>
              </a:defRPr>
            </a:pPr>
            <a:r>
              <a:t>- 생존의 신호로서의 거친 숨소리 보존</a:t>
            </a:r>
          </a:p>
          <a:p>
            <a:pPr>
              <a:defRPr sz="2400">
                <a:latin typeface="맑은 고딕"/>
              </a:defRPr>
            </a:pPr>
            <a:r>
              <a:t>- AI 합성음이 아닌 '진짜 온기' 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맑은 고딕"/>
              </a:defRPr>
            </a:pPr>
            <a:r>
              <a:t>- 삼성카드 브랜드 로열티 강화</a:t>
            </a:r>
          </a:p>
          <a:p>
            <a:pPr>
              <a:defRPr sz="2400">
                <a:latin typeface="맑은 고딕"/>
              </a:defRPr>
            </a:pPr>
            <a:r>
              <a:t>- 사회적 영웅(소방관 등)에 대한 정서적 지원 실현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