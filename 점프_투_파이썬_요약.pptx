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448495" cy="91440"/>
          </a:xfrm>
          <a:prstGeom prst="rect">
            <a:avLst/>
          </a:prstGeom>
          <a:solidFill>
            <a:srgbClr val="F5C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algun Gothic"/>
              </a:defRPr>
            </a:pPr>
            <a:r>
              <a:t>점프 투 파이썬 (Jump to 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5C341"/>
                </a:solidFill>
                <a:latin typeface="Malgun Gothic"/>
              </a:defRPr>
            </a:pPr>
            <a:r>
              <a:t>01장 ~ 05장 핵심 요약 및 실전 예제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AABECD"/>
                </a:solidFill>
                <a:latin typeface="Malgun Gothic"/>
              </a:defRPr>
            </a:pPr>
            <a:r>
              <a:t>AI 시대의 핵심 프로그래밍 학습 요약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파이썬이란 무엇인가?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01-1. 파이썬의 특징과 매력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01. 파이썬이란 무엇인가?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파이썬(Python)은 1991년 귀도 반 로섬이 발표한 오픈소스 인터프리터 언어입니다.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인간의 사고방식과 유사하여 문법이 지극히 간결하고 읽기 쉽습니다.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개발 속도가 매우 빨라 'Life is too short, you need Python'이라는 명언을 만들어 냈습니다.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무료이면서 강력하여 시스템 유틸리티, GUI, 웹 개발, 인공지능 분야에 널리 사용됩니다.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파이썬의 단순 명료함을 보여주는 예제</a:t>
            </a:r>
            <a:br/>
            <a:r>
              <a:t>languages = ['python', 'perl', 'c', 'java']</a:t>
            </a:r>
            <a:br/>
            <a:br/>
            <a:r>
              <a:t>for lang in languages:</a:t>
            </a:r>
            <a:br/>
            <a:r>
              <a:t>    if lang == 'python':</a:t>
            </a:r>
            <a:br/>
            <a:r>
              <a:t>        print(f'{lang}은 참 쉽고 강력합니다!')</a:t>
            </a:r>
            <a:br/>
            <a:r>
              <a:t>    else:</a:t>
            </a:r>
            <a:br/>
            <a:r>
              <a:t>        print(f'{lang}도 훌륭한 언어입니다.')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01-2. 파이썬으로 할 수 있는 일 &amp; 없는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01. 파이썬이란 무엇인가?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할 수 있는 일: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AI &amp; 머신러닝/데이터분석 (NumPy, Pandas, TensorFlow)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웹 프로그래밍 및 크롤링 (Django, Flask, BeautifulSoup)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시스템 유틸리티 제작 및 자동화 스크립트 작성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할 수 없는 일 (지양해야 하는 분야):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하드웨어를 직접 제어하는 시스템 프로그램 (C/C++ 권장)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엄청난 연산 속도가 요구되는 3D 모바일 게임 게임 엔진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간단한 파일 입출력 및 자동화 예제</a:t>
            </a:r>
            <a:br/>
            <a:r>
              <a:t>import os</a:t>
            </a:r>
            <a:br/>
            <a:br/>
            <a:r>
              <a:t># 현재 폴더의 파일 목록 출력</a:t>
            </a:r>
            <a:br/>
            <a:r>
              <a:t>file_list = os.listdir('.')</a:t>
            </a:r>
            <a:br/>
            <a:r>
              <a:t>print(f'현재 디렉토리 파일 수: {len(file_list)}')</a:t>
            </a:r>
            <a:br/>
            <a:r>
              <a:t>for file in file_list[:3]:</a:t>
            </a:r>
            <a:br/>
            <a:r>
              <a:t>    print('-', file)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파이썬 프로그래밍의 기초, 자료형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02-1. 숫자형과 문자열 자료형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02. 파이썬 프로그래밍의 기초, 자료형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숫자형: 정수(Integer), 실수(Float), 8진수 및 16진수를 지원합니다.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문자열 표현: 따옴표( ' 또는 " )로 감싸며, 3개를 쓰면 줄바꿈이 유지됩니다.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인덱싱(Indexing): 문자열의 특정 위치를 지정(예: a[0]은 첫 글자, a[-1]은 마지막).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슬라이싱(Slicing): 문자열 일부를 잘라냄 (예: a[0:5]는 0번부터 4번 인덱스까지).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포맷팅: f-string(f'{var}') 형식을 통해 직관적으로 변수 값을 대입합니다.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문자열 포맷팅 및 슬라이싱 예제</a:t>
            </a:r>
            <a:br/>
            <a:r>
              <a:t>name = '홍길동'</a:t>
            </a:r>
            <a:br/>
            <a:r>
              <a:t>age = 30</a:t>
            </a:r>
            <a:br/>
            <a:r>
              <a:t>info = f'제 이름은 {name}이고 나이는 {age}세입니다.'</a:t>
            </a:r>
            <a:br/>
            <a:br/>
            <a:r>
              <a:t>print(info)            # 전체 출력</a:t>
            </a:r>
            <a:br/>
            <a:r>
              <a:t>print(info[6:9])        # '홍길동'만 슬라이싱</a:t>
            </a:r>
            <a:br/>
            <a:r>
              <a:t>print(info[-4:])        # '세입니다.'만 슬라이싱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02-2. 리스트와 튜플 자료형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02. 파이썬 프로그래밍의 기초, 자료형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리스트(List): 대괄호 [ ]를 사용하며, 여러 개의 요소를 순서대로 담아 관리합니다.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요소를 추가(append), 정렬(sort), 뒤집기(reverse), 제거(remove)할 수 있습니다.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튜플(Tuple): 소괄호 ( )를 사용하며, 리스트와 유사하지만 요소를 수정/삭제할 수 없습니다.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요소를 변경할 수 없는 불변의 특징 덕분에 프로그램의 안전성을 보장할 때 주로 쓰입니다.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리스트 수정 vs 튜플 수정 불가 예제</a:t>
            </a:r>
            <a:br/>
            <a:r>
              <a:t>a_list = [1, 2, 3]</a:t>
            </a:r>
            <a:br/>
            <a:r>
              <a:t>a_list[0] = 99</a:t>
            </a:r>
            <a:br/>
            <a:r>
              <a:t>a_list.append(4)</a:t>
            </a:r>
            <a:br/>
            <a:r>
              <a:t>print('리스트:', a_list)  # [99, 2, 3, 4] 정상 변경</a:t>
            </a:r>
            <a:br/>
            <a:br/>
            <a:r>
              <a:t>a_tuple = (1, 2, 3)</a:t>
            </a:r>
            <a:br/>
            <a:r>
              <a:t>try:</a:t>
            </a:r>
            <a:br/>
            <a:r>
              <a:t>    a_tuple[0] = 99</a:t>
            </a:r>
            <a:br/>
            <a:r>
              <a:t>except TypeError as e:</a:t>
            </a:r>
            <a:br/>
            <a:r>
              <a:t>    print('튜플 에러:', e)  # 값 변경 시도 시 에러 발생!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02-3. 딕셔너리, 집합, 불 자료형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02. 파이썬 프로그래밍의 기초, 자료형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딕셔너리(Dictionary): Key-Value 한 쌍을 { } 중괄호 구조로 묶어 관리합니다.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순서가 없으므로 Key를 통해 빠르게 값을 찾아냅니다.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집합(Set): set() 키워드를 사용하며, 중복을 허용하지 않고 순서가 없는 것이 특징입니다.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교집합(&amp;), 합집합(|), 차집합(-) 등의 집합 연산에 최적화되어 있습니다.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불(Bool): True(참)와 False(거짓) 단 두 가지 상태만을 나타내는 자료형입니다.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딕셔너리와 집합 연산 예제</a:t>
            </a:r>
            <a:br/>
            <a:r>
              <a:t># 1. 딕셔너리</a:t>
            </a:r>
            <a:br/>
            <a:r>
              <a:t>user = {'name': 'Alice', 'role': 'Admin'}</a:t>
            </a:r>
            <a:br/>
            <a:r>
              <a:t>print(user['name'])</a:t>
            </a:r>
            <a:br/>
            <a:br/>
            <a:r>
              <a:t># 2. 집합의 중복 제거 및 연산</a:t>
            </a:r>
            <a:br/>
            <a:r>
              <a:t>s1 = set([1, 2, 3, 3, 4])</a:t>
            </a:r>
            <a:br/>
            <a:r>
              <a:t>s2 = set([3, 4, 5, 6])</a:t>
            </a:r>
            <a:br/>
            <a:r>
              <a:t>print(s1)           # {1, 2, 3, 4} (중복 자동 제거)</a:t>
            </a:r>
            <a:br/>
            <a:r>
              <a:t>print(s1 &amp; s2)      # {3, 4} (교집합)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프로그램의 구조를 쌓는다! 제어문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03-1. if 조건문과 비교/논리 연산자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03. 프로그램의 구조를 쌓는다! 제어문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if문은 주어진 조건식이 참(True)일 때 블록 내부의 명령을 실행합니다.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파이썬은 들여쓰기(Indentation)가 필수적이며, 보통 4칸 공백을 규격으로 사용합니다.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비교 연산자: &lt;, &gt;, ==, !=, &gt;=, &lt;=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논리 연산자: and(둘 다 참), or(하나만 참이어도 참), not(참/거짓 반전)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멤버십 연산자: in, not in (리스트나 튜플 내에 특정 요소가 존재하는지 확인)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if-elif-else 및 in 연산자 활용 예제</a:t>
            </a:r>
            <a:br/>
            <a:r>
              <a:t>pocket = ['paper', 'cellphone', 'money']</a:t>
            </a:r>
            <a:br/>
            <a:br/>
            <a:r>
              <a:t>if 'money' in pocket:</a:t>
            </a:r>
            <a:br/>
            <a:r>
              <a:t>    print('택시를 타고 가라')</a:t>
            </a:r>
            <a:br/>
            <a:r>
              <a:t>elif 'card' in pocket:</a:t>
            </a:r>
            <a:br/>
            <a:r>
              <a:t>    print('카드를 사용해라')</a:t>
            </a:r>
            <a:br/>
            <a:r>
              <a:t>else:</a:t>
            </a:r>
            <a:br/>
            <a:r>
              <a:t>    print('걸어가라')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03-2. while 반복문과 루프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03. 프로그램의 구조를 쌓는다! 제어문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while문은 조건문이 참(True)인 동안 계속해서 블록의 명령을 반복합니다.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break: 반복문을 중간에 강제로 탈출할 때 사용합니다.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continue: 반복문의 맨 처음 조건문 위치로 돌아가 루프를 이어나갈 때 사용합니다.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무한 루프(Infinite Loop): 조건식을 항상 True로 주어 프로그램이 무한히 돌게 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while 루프와 break 예제</a:t>
            </a:r>
            <a:br/>
            <a:r>
              <a:t>coffee = 3</a:t>
            </a:r>
            <a:br/>
            <a:r>
              <a:t>while True:</a:t>
            </a:r>
            <a:br/>
            <a:r>
              <a:t>    print('돈을 받았으니 커피를 줍니다.')</a:t>
            </a:r>
            <a:br/>
            <a:r>
              <a:t>    coffee -= 1</a:t>
            </a:r>
            <a:br/>
            <a:r>
              <a:t>    print(f'남은 커피는 {coffee}개입니다.\n')</a:t>
            </a:r>
            <a:br/>
            <a:r>
              <a:t>    if coffee == 0:</a:t>
            </a:r>
            <a:br/>
            <a:r>
              <a:t>        print('커피가 다 떨어졌습니다. 판매를 중단합니다.')</a:t>
            </a:r>
            <a:br/>
            <a:r>
              <a:t>        break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03-3. for 반복문과 range 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03. 프로그램의 구조를 쌓는다! 제어문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for문은 리스트, 튜플, 문자열 등 순회 가능한 객체의 요소를 차례대로 꺼내 돕니다.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range(start, stop, step): 숫자 시퀀스를 생성하여 특정 횟수만큼 반복할 때 유용합니다.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리스트 컴프리헨션(List Comprehension): 리스트 내부에 for문과 if문을 넣어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한 줄로 간결하고 빠르게 리스트를 생성하는 파이썬의 강력한 문법적 특징입니다.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1. range 함수 활용 구구단</a:t>
            </a:r>
            <a:br/>
            <a:r>
              <a:t>for i in range(2, 4):</a:t>
            </a:r>
            <a:br/>
            <a:r>
              <a:t>    for j in range(1, 3):</a:t>
            </a:r>
            <a:br/>
            <a:r>
              <a:t>        print(f'{i} * {j} = {i*j}')</a:t>
            </a:r>
            <a:br/>
            <a:br/>
            <a:r>
              <a:t># 2. 리스트 컴프리헨션</a:t>
            </a:r>
            <a:br/>
            <a:r>
              <a:t>numbers = [1, 2, 3, 4]</a:t>
            </a:r>
            <a:br/>
            <a:r>
              <a:t>result = [n * 3 for n in numbers if n % 2 == 0]</a:t>
            </a:r>
            <a:br/>
            <a:r>
              <a:t>print(result)  # [6, 12] (짝수에만 3을 곱함)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파이썬의 입출력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04-1. 함수(Function)와 입력/출력값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04. 파이썬의 입출력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함수(Function): 반복되는 코드 블록을 정의하여 재사용할 수 있게 만드는 뼈대입니다.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def 키워드로 선언하며, 입력값(매개변수)과 결과값(return)을 가질 수 있습니다.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가변 매개변수(*args): 입력값의 개수가 정해지지 않았을 때, 튜플 형태로 모두 받아옵니다.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키워드 매개변수(**kwargs): key=value 형태의 입력을 딕셔너리로 받아 처리합니다.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가변 매개변수 및 return 활용 예제</a:t>
            </a:r>
            <a:br/>
            <a:r>
              <a:t>def add_many(*args):</a:t>
            </a:r>
            <a:br/>
            <a:r>
              <a:t>    result = 0</a:t>
            </a:r>
            <a:br/>
            <a:r>
              <a:t>    for i in args:</a:t>
            </a:r>
            <a:br/>
            <a:r>
              <a:t>        result += i</a:t>
            </a:r>
            <a:br/>
            <a:r>
              <a:t>    return result</a:t>
            </a:r>
            <a:br/>
            <a:br/>
            <a:r>
              <a:t>total = add_many(1, 2, 3, 4, 5)</a:t>
            </a:r>
            <a:br/>
            <a:r>
              <a:t>print(f'합계: {total}')  # 15 출력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04-2. 사용자 입출력 &amp; 파일 읽고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04. 파이썬의 입출력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input(): 사용자가 키보드로 입력한 값을 항상 '문자열' 형태로 입력받습니다.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파일 열기 모드: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'r' (읽기 모드): 파일의 내용을 읽을 때 사용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'w' (쓰기 모드): 새로운 내용을 덮어 쓰거나 새 파일을 생성할 때 사용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'a' (추가 모드): 기존 파일의 끝에 새로운 내용을 덧붙일 때 사용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with문: 블록을 벗어나면 파일 객체가 자동으로 close되도록 보장하여 안전합니다.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파일 생성 및 with문 파일 읽기 예제</a:t>
            </a:r>
            <a:br/>
            <a:r>
              <a:t># 1. 파일 쓰기</a:t>
            </a:r>
            <a:br/>
            <a:r>
              <a:t>with open('test.txt', 'w', encoding='utf-8') as f:</a:t>
            </a:r>
            <a:br/>
            <a:r>
              <a:t>    f.write('Life is too short\nYou need Python')</a:t>
            </a:r>
            <a:br/>
            <a:br/>
            <a:r>
              <a:t># 2. 파일 읽기</a:t>
            </a:r>
            <a:br/>
            <a:r>
              <a:t>with open('test.txt', 'r', encoding='utf-8') as f:</a:t>
            </a:r>
            <a:br/>
            <a:r>
              <a:t>    content = f.read()</a:t>
            </a:r>
            <a:br/>
            <a:r>
              <a:t>    print(content)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파이썬 날개 달기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05-1. 클래스(Class)와 객체지향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05. 파이썬 날개 달기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클래스(Class): 객체(Instance)를 만들기 위한 일종의 설계도(틀)입니다.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생성자(__init__): 객체가 생성되는 시점에 자동으로 호출되는 초기화 메서드입니다.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상속(Inheritance): 기존 클래스의 기능을 그대로 물려받아 새로운 클래스를 생성합니다.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메서드 오버라이딩(Overriding): 상속받은 부모의 메서드를 자식 클래스에서 재정의합니다.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클래스 및 상속, 오버라이딩 예제</a:t>
            </a:r>
            <a:br/>
            <a:r>
              <a:t>class Calculator:</a:t>
            </a:r>
            <a:br/>
            <a:r>
              <a:t>    def __init__(self, val=0):</a:t>
            </a:r>
            <a:br/>
            <a:r>
              <a:t>        self.value = val</a:t>
            </a:r>
            <a:br/>
            <a:r>
              <a:t>    def add(self, val):</a:t>
            </a:r>
            <a:br/>
            <a:r>
              <a:t>        self.value += val</a:t>
            </a:r>
            <a:br/>
            <a:br/>
            <a:r>
              <a:t>class UpgradeCalculator(Calculator):</a:t>
            </a:r>
            <a:br/>
            <a:r>
              <a:t>    def minus(self, val):  # 새로운 기능 추가</a:t>
            </a:r>
            <a:br/>
            <a:r>
              <a:t>        self.value -= val</a:t>
            </a:r>
            <a:br/>
            <a:br/>
            <a:r>
              <a:t>cal = UpgradeCalculator(100)</a:t>
            </a:r>
            <a:br/>
            <a:r>
              <a:t>cal.add(20)</a:t>
            </a:r>
            <a:br/>
            <a:r>
              <a:t>cal.minus(50)</a:t>
            </a:r>
            <a:br/>
            <a:r>
              <a:t>print(cal.value)  # 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05-2. 모듈, 패키지, 예외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05. 파이썬 날개 달기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모듈(Module): 함수나 클래스를 모아놓은 파이썬 파일(.py)입니다.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패키지(Package): 여러 개의 모듈들을 폴더 구조로 묶어 관리하는 것입니다.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예외 처리(Exception Handling): 프로그램 실행 중 발생하는 오류를 제어합니다.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try: 에러가 발생할 가능성이 있는 코드 영역 실행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except: 지정한 오류가 발생했을 때 대체 동작 수행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finally: 에러 발생 유무와 무관하게 항상 실행할 코드 정의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예외 처리 활용 예제</a:t>
            </a:r>
            <a:br/>
            <a:r>
              <a:t>try:</a:t>
            </a:r>
            <a:br/>
            <a:r>
              <a:t>    a = [1, 2]</a:t>
            </a:r>
            <a:br/>
            <a:r>
              <a:t>    print(a[3])  # IndexError 유발</a:t>
            </a:r>
            <a:br/>
            <a:r>
              <a:t>    result = 4 / 0</a:t>
            </a:r>
            <a:br/>
            <a:r>
              <a:t>except IndexError as e:</a:t>
            </a:r>
            <a:br/>
            <a:r>
              <a:t>    print(f'인덱스 범위 초과! ({e})')</a:t>
            </a:r>
            <a:br/>
            <a:r>
              <a:t>except ZeroDivisionError as e:</a:t>
            </a:r>
            <a:br/>
            <a:r>
              <a:t>    print(f'0으로 나눌 수 없음! ({e})')</a:t>
            </a:r>
            <a:br/>
            <a:r>
              <a:t>finally:</a:t>
            </a:r>
            <a:br/>
            <a:r>
              <a:t>    print('예외 처리 블록 종료!')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05-3. 내장 함수와 외장 표준 라이브러리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05. 파이썬 날개 달기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내장 함수: import 없이 언제나 바로 사용할 수 있는 기본 제공 함수들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map(f, list): 모든 요소에 함수 f를 적용하여 결과를 매핑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filter(f, list): 함수 f가 참을 반환하는 요소만 걸러서 반환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zip(*iterable): 동일한 개수의 자료형을 튜플 쌍으로 묶어줌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표준 라이브러리: 파이썬 설치 시 기본 제공되는 외장 모듈 (sys, os, time 등)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map/filter 내장 함수 및 datetime 라이브러리</a:t>
            </a:r>
            <a:br/>
            <a:r>
              <a:t># 1. map + lambda</a:t>
            </a:r>
            <a:br/>
            <a:r>
              <a:t>res1 = list(map(lambda x: x*2, [1, 2, 3]))</a:t>
            </a:r>
            <a:br/>
            <a:r>
              <a:t>print(res1)  # [2, 4, 6]</a:t>
            </a:r>
            <a:br/>
            <a:br/>
            <a:r>
              <a:t># 2. 표준 라이브러리 활용</a:t>
            </a:r>
            <a:br/>
            <a:r>
              <a:t>import datetime</a:t>
            </a:r>
            <a:br/>
            <a:r>
              <a:t>today = datetime.date.today()</a:t>
            </a:r>
            <a:br/>
            <a:r>
              <a:t>print(f'오늘 날짜: {today}')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